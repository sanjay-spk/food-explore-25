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grandir Wide"/>
      <p:regular r:id="rId10"/>
    </p:embeddedFont>
    <p:embeddedFont>
      <p:font typeface="Agrandir Wide Bold" pitchFamily="2" charset="0"/>
      <p:regular r:id="rId11"/>
    </p:embeddedFont>
    <p:embeddedFont>
      <p:font typeface="Canva Sans Bold" panose="020B0803030501040103"/>
      <p:regular r:id="rId12"/>
    </p:embeddedFont>
    <p:embeddedFont>
      <p:font typeface="League Spartan"/>
      <p:regular r:id="rId13"/>
    </p:embeddedFont>
    <p:embeddedFont>
      <p:font typeface="Wedges" panose="02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font" Target="fonts/font4.fntdata" /><Relationship Id="rId18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font" Target="fonts/font3.fntdata" /><Relationship Id="rId17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font" Target="fonts/font2.fntdata" /><Relationship Id="rId5" Type="http://schemas.openxmlformats.org/officeDocument/2006/relationships/slide" Target="slides/slide4.xml" /><Relationship Id="rId15" Type="http://schemas.openxmlformats.org/officeDocument/2006/relationships/presProps" Target="presProps.xml" /><Relationship Id="rId10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font" Target="fonts/font5.fntdata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6.png" /><Relationship Id="rId7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7.sv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8.png" /><Relationship Id="rId7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9.sv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10.png" /><Relationship Id="rId7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11.sv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12.png" /><Relationship Id="rId7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13.sv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14.png" /><Relationship Id="rId7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15.svg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 /><Relationship Id="rId3" Type="http://schemas.openxmlformats.org/officeDocument/2006/relationships/image" Target="../media/image16.png" /><Relationship Id="rId7" Type="http://schemas.openxmlformats.org/officeDocument/2006/relationships/image" Target="../media/image4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3.png" /><Relationship Id="rId5" Type="http://schemas.openxmlformats.org/officeDocument/2006/relationships/image" Target="../media/image2.png" /><Relationship Id="rId4" Type="http://schemas.openxmlformats.org/officeDocument/2006/relationships/image" Target="../media/image17.sv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jpe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74527" y="3206210"/>
            <a:ext cx="16230600" cy="4179379"/>
          </a:xfrm>
          <a:custGeom>
            <a:avLst/>
            <a:gdLst/>
            <a:ahLst/>
            <a:cxnLst/>
            <a:rect l="l" t="t" r="r" b="b"/>
            <a:pathLst>
              <a:path w="16230600" h="4179379">
                <a:moveTo>
                  <a:pt x="0" y="0"/>
                </a:moveTo>
                <a:lnTo>
                  <a:pt x="16230600" y="0"/>
                </a:lnTo>
                <a:lnTo>
                  <a:pt x="16230600" y="4179380"/>
                </a:lnTo>
                <a:lnTo>
                  <a:pt x="0" y="41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85725" cap="sq">
            <a:solidFill>
              <a:srgbClr val="004AAD"/>
            </a:solidFill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 rot="-5400000">
            <a:off x="-3101308" y="4792662"/>
            <a:ext cx="950989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 Conference on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1FF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"Safe, Standard and Sustainable Processing for a Healthier Tomorrow"</a:t>
            </a:r>
          </a:p>
        </p:txBody>
      </p:sp>
      <p:sp>
        <p:nvSpPr>
          <p:cNvPr id="4" name="TextBox 4"/>
          <p:cNvSpPr txBox="1"/>
          <p:nvPr/>
        </p:nvSpPr>
        <p:spPr>
          <a:xfrm rot="-5400000">
            <a:off x="-2798508" y="4994910"/>
            <a:ext cx="1013174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13A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January 29 &amp; 30, 2026 , TNAU , Coimbatore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790286" y="2769870"/>
            <a:ext cx="6480810" cy="2373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000000"/>
                </a:solidFill>
                <a:latin typeface="Agrandir Wide"/>
                <a:ea typeface="Agrandir Wide"/>
                <a:cs typeface="Agrandir Wide"/>
                <a:sym typeface="Agrandir Wide"/>
              </a:rPr>
              <a:t>Title </a:t>
            </a:r>
          </a:p>
          <a:p>
            <a:pPr algn="ctr">
              <a:lnSpc>
                <a:spcPts val="8819"/>
              </a:lnSpc>
            </a:pPr>
            <a:r>
              <a:rPr lang="en-US" sz="6300">
                <a:solidFill>
                  <a:srgbClr val="FF4BFD"/>
                </a:solidFill>
                <a:latin typeface="Agrandir Wide"/>
                <a:ea typeface="Agrandir Wide"/>
                <a:cs typeface="Agrandir Wide"/>
                <a:sym typeface="Agrandir Wide"/>
              </a:rPr>
              <a:t>Thematic area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2442" y="2904988"/>
            <a:ext cx="1571946" cy="5356241"/>
            <a:chOff x="0" y="0"/>
            <a:chExt cx="2095928" cy="7141654"/>
          </a:xfrm>
        </p:grpSpPr>
        <p:sp>
          <p:nvSpPr>
            <p:cNvPr id="7" name="Freeform 7"/>
            <p:cNvSpPr/>
            <p:nvPr/>
          </p:nvSpPr>
          <p:spPr>
            <a:xfrm>
              <a:off x="445142" y="0"/>
              <a:ext cx="1289334" cy="1117507"/>
            </a:xfrm>
            <a:custGeom>
              <a:avLst/>
              <a:gdLst/>
              <a:ahLst/>
              <a:cxnLst/>
              <a:rect l="l" t="t" r="r" b="b"/>
              <a:pathLst>
                <a:path w="1289334" h="1117507">
                  <a:moveTo>
                    <a:pt x="0" y="0"/>
                  </a:moveTo>
                  <a:lnTo>
                    <a:pt x="1289335" y="0"/>
                  </a:lnTo>
                  <a:lnTo>
                    <a:pt x="1289335" y="1117507"/>
                  </a:lnTo>
                  <a:lnTo>
                    <a:pt x="0" y="111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61452" y="1739807"/>
              <a:ext cx="1373025" cy="1244876"/>
            </a:xfrm>
            <a:custGeom>
              <a:avLst/>
              <a:gdLst/>
              <a:ahLst/>
              <a:cxnLst/>
              <a:rect l="l" t="t" r="r" b="b"/>
              <a:pathLst>
                <a:path w="1373025" h="1244876">
                  <a:moveTo>
                    <a:pt x="0" y="0"/>
                  </a:moveTo>
                  <a:lnTo>
                    <a:pt x="1373025" y="0"/>
                  </a:lnTo>
                  <a:lnTo>
                    <a:pt x="1373025" y="1244876"/>
                  </a:lnTo>
                  <a:lnTo>
                    <a:pt x="0" y="124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96086" y="3607335"/>
              <a:ext cx="1438391" cy="1438391"/>
            </a:xfrm>
            <a:custGeom>
              <a:avLst/>
              <a:gdLst/>
              <a:ahLst/>
              <a:cxnLst/>
              <a:rect l="l" t="t" r="r" b="b"/>
              <a:pathLst>
                <a:path w="1438391" h="1438391">
                  <a:moveTo>
                    <a:pt x="0" y="0"/>
                  </a:moveTo>
                  <a:lnTo>
                    <a:pt x="1438391" y="0"/>
                  </a:lnTo>
                  <a:lnTo>
                    <a:pt x="1438391" y="1438391"/>
                  </a:lnTo>
                  <a:lnTo>
                    <a:pt x="0" y="1438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0" y="5045726"/>
              <a:ext cx="2095928" cy="2095928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74527" y="3206210"/>
            <a:ext cx="16230600" cy="4179379"/>
          </a:xfrm>
          <a:custGeom>
            <a:avLst/>
            <a:gdLst/>
            <a:ahLst/>
            <a:cxnLst/>
            <a:rect l="l" t="t" r="r" b="b"/>
            <a:pathLst>
              <a:path w="16230600" h="4179379">
                <a:moveTo>
                  <a:pt x="0" y="0"/>
                </a:moveTo>
                <a:lnTo>
                  <a:pt x="16230600" y="0"/>
                </a:lnTo>
                <a:lnTo>
                  <a:pt x="16230600" y="4179380"/>
                </a:lnTo>
                <a:lnTo>
                  <a:pt x="0" y="41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85725" cap="sq">
            <a:solidFill>
              <a:srgbClr val="30387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6766604" y="1028700"/>
            <a:ext cx="6380393" cy="1738657"/>
          </a:xfrm>
          <a:custGeom>
            <a:avLst/>
            <a:gdLst/>
            <a:ahLst/>
            <a:cxnLst/>
            <a:rect l="l" t="t" r="r" b="b"/>
            <a:pathLst>
              <a:path w="6380393" h="1738657">
                <a:moveTo>
                  <a:pt x="0" y="0"/>
                </a:moveTo>
                <a:lnTo>
                  <a:pt x="6380393" y="0"/>
                </a:lnTo>
                <a:lnTo>
                  <a:pt x="6380393" y="1738657"/>
                </a:lnTo>
                <a:lnTo>
                  <a:pt x="0" y="1738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603570" y="1364946"/>
            <a:ext cx="4687411" cy="970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9"/>
              </a:lnSpc>
            </a:pPr>
            <a:r>
              <a:rPr lang="en-US" sz="4899" b="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Introduction 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-3101308" y="4792662"/>
            <a:ext cx="950989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 Conference on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1FF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"Safe, Standard and Sustainable Processing for a Healthier Tomorrow"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-2798508" y="4994910"/>
            <a:ext cx="1013174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13A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January 29 &amp; 30, 2026 , TNAU , Coimbatore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2442" y="2904988"/>
            <a:ext cx="1571946" cy="5356241"/>
            <a:chOff x="0" y="0"/>
            <a:chExt cx="2095928" cy="7141654"/>
          </a:xfrm>
        </p:grpSpPr>
        <p:sp>
          <p:nvSpPr>
            <p:cNvPr id="8" name="Freeform 8"/>
            <p:cNvSpPr/>
            <p:nvPr/>
          </p:nvSpPr>
          <p:spPr>
            <a:xfrm>
              <a:off x="445142" y="0"/>
              <a:ext cx="1289334" cy="1117507"/>
            </a:xfrm>
            <a:custGeom>
              <a:avLst/>
              <a:gdLst/>
              <a:ahLst/>
              <a:cxnLst/>
              <a:rect l="l" t="t" r="r" b="b"/>
              <a:pathLst>
                <a:path w="1289334" h="1117507">
                  <a:moveTo>
                    <a:pt x="0" y="0"/>
                  </a:moveTo>
                  <a:lnTo>
                    <a:pt x="1289335" y="0"/>
                  </a:lnTo>
                  <a:lnTo>
                    <a:pt x="1289335" y="1117507"/>
                  </a:lnTo>
                  <a:lnTo>
                    <a:pt x="0" y="111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61452" y="1739807"/>
              <a:ext cx="1373025" cy="1244876"/>
            </a:xfrm>
            <a:custGeom>
              <a:avLst/>
              <a:gdLst/>
              <a:ahLst/>
              <a:cxnLst/>
              <a:rect l="l" t="t" r="r" b="b"/>
              <a:pathLst>
                <a:path w="1373025" h="1244876">
                  <a:moveTo>
                    <a:pt x="0" y="0"/>
                  </a:moveTo>
                  <a:lnTo>
                    <a:pt x="1373025" y="0"/>
                  </a:lnTo>
                  <a:lnTo>
                    <a:pt x="1373025" y="1244876"/>
                  </a:lnTo>
                  <a:lnTo>
                    <a:pt x="0" y="124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96086" y="3607335"/>
              <a:ext cx="1438391" cy="1438391"/>
            </a:xfrm>
            <a:custGeom>
              <a:avLst/>
              <a:gdLst/>
              <a:ahLst/>
              <a:cxnLst/>
              <a:rect l="l" t="t" r="r" b="b"/>
              <a:pathLst>
                <a:path w="1438391" h="1438391">
                  <a:moveTo>
                    <a:pt x="0" y="0"/>
                  </a:moveTo>
                  <a:lnTo>
                    <a:pt x="1438391" y="0"/>
                  </a:lnTo>
                  <a:lnTo>
                    <a:pt x="1438391" y="1438391"/>
                  </a:lnTo>
                  <a:lnTo>
                    <a:pt x="0" y="1438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0" y="5045726"/>
              <a:ext cx="2095928" cy="209592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74527" y="3206210"/>
            <a:ext cx="16230600" cy="4179379"/>
          </a:xfrm>
          <a:custGeom>
            <a:avLst/>
            <a:gdLst/>
            <a:ahLst/>
            <a:cxnLst/>
            <a:rect l="l" t="t" r="r" b="b"/>
            <a:pathLst>
              <a:path w="16230600" h="4179379">
                <a:moveTo>
                  <a:pt x="0" y="0"/>
                </a:moveTo>
                <a:lnTo>
                  <a:pt x="16230600" y="0"/>
                </a:lnTo>
                <a:lnTo>
                  <a:pt x="16230600" y="4179380"/>
                </a:lnTo>
                <a:lnTo>
                  <a:pt x="0" y="41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85725" cap="sq">
            <a:solidFill>
              <a:srgbClr val="30387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6766604" y="1028700"/>
            <a:ext cx="6882245" cy="1875412"/>
          </a:xfrm>
          <a:custGeom>
            <a:avLst/>
            <a:gdLst/>
            <a:ahLst/>
            <a:cxnLst/>
            <a:rect l="l" t="t" r="r" b="b"/>
            <a:pathLst>
              <a:path w="6882245" h="1875412">
                <a:moveTo>
                  <a:pt x="0" y="0"/>
                </a:moveTo>
                <a:lnTo>
                  <a:pt x="6882245" y="0"/>
                </a:lnTo>
                <a:lnTo>
                  <a:pt x="6882245" y="1875412"/>
                </a:lnTo>
                <a:lnTo>
                  <a:pt x="0" y="18754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012433" y="1547306"/>
            <a:ext cx="6390587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>
                <a:solidFill>
                  <a:srgbClr val="C7F6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 of Research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-3101308" y="4792662"/>
            <a:ext cx="950989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 Conference on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1FF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"Safe, Standard and Sustainable Processing for a Healthier Tomorrow"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-2798508" y="4994910"/>
            <a:ext cx="1013174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13A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January 29 &amp; 30, 2026 , TNAU , Coimbatore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2442" y="2904988"/>
            <a:ext cx="1571946" cy="5356241"/>
            <a:chOff x="0" y="0"/>
            <a:chExt cx="2095928" cy="7141654"/>
          </a:xfrm>
        </p:grpSpPr>
        <p:sp>
          <p:nvSpPr>
            <p:cNvPr id="8" name="Freeform 8"/>
            <p:cNvSpPr/>
            <p:nvPr/>
          </p:nvSpPr>
          <p:spPr>
            <a:xfrm>
              <a:off x="445142" y="0"/>
              <a:ext cx="1289334" cy="1117507"/>
            </a:xfrm>
            <a:custGeom>
              <a:avLst/>
              <a:gdLst/>
              <a:ahLst/>
              <a:cxnLst/>
              <a:rect l="l" t="t" r="r" b="b"/>
              <a:pathLst>
                <a:path w="1289334" h="1117507">
                  <a:moveTo>
                    <a:pt x="0" y="0"/>
                  </a:moveTo>
                  <a:lnTo>
                    <a:pt x="1289335" y="0"/>
                  </a:lnTo>
                  <a:lnTo>
                    <a:pt x="1289335" y="1117507"/>
                  </a:lnTo>
                  <a:lnTo>
                    <a:pt x="0" y="111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61452" y="1739807"/>
              <a:ext cx="1373025" cy="1244876"/>
            </a:xfrm>
            <a:custGeom>
              <a:avLst/>
              <a:gdLst/>
              <a:ahLst/>
              <a:cxnLst/>
              <a:rect l="l" t="t" r="r" b="b"/>
              <a:pathLst>
                <a:path w="1373025" h="1244876">
                  <a:moveTo>
                    <a:pt x="0" y="0"/>
                  </a:moveTo>
                  <a:lnTo>
                    <a:pt x="1373025" y="0"/>
                  </a:lnTo>
                  <a:lnTo>
                    <a:pt x="1373025" y="1244876"/>
                  </a:lnTo>
                  <a:lnTo>
                    <a:pt x="0" y="124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96086" y="3607335"/>
              <a:ext cx="1438391" cy="1438391"/>
            </a:xfrm>
            <a:custGeom>
              <a:avLst/>
              <a:gdLst/>
              <a:ahLst/>
              <a:cxnLst/>
              <a:rect l="l" t="t" r="r" b="b"/>
              <a:pathLst>
                <a:path w="1438391" h="1438391">
                  <a:moveTo>
                    <a:pt x="0" y="0"/>
                  </a:moveTo>
                  <a:lnTo>
                    <a:pt x="1438391" y="0"/>
                  </a:lnTo>
                  <a:lnTo>
                    <a:pt x="1438391" y="1438391"/>
                  </a:lnTo>
                  <a:lnTo>
                    <a:pt x="0" y="1438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0" y="5045726"/>
              <a:ext cx="2095928" cy="209592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74527" y="3206210"/>
            <a:ext cx="16230600" cy="4179379"/>
          </a:xfrm>
          <a:custGeom>
            <a:avLst/>
            <a:gdLst/>
            <a:ahLst/>
            <a:cxnLst/>
            <a:rect l="l" t="t" r="r" b="b"/>
            <a:pathLst>
              <a:path w="16230600" h="4179379">
                <a:moveTo>
                  <a:pt x="0" y="0"/>
                </a:moveTo>
                <a:lnTo>
                  <a:pt x="16230600" y="0"/>
                </a:lnTo>
                <a:lnTo>
                  <a:pt x="16230600" y="4179380"/>
                </a:lnTo>
                <a:lnTo>
                  <a:pt x="0" y="41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85725" cap="sq">
            <a:solidFill>
              <a:srgbClr val="30387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6511564" y="926067"/>
            <a:ext cx="6890474" cy="1877654"/>
          </a:xfrm>
          <a:custGeom>
            <a:avLst/>
            <a:gdLst/>
            <a:ahLst/>
            <a:cxnLst/>
            <a:rect l="l" t="t" r="r" b="b"/>
            <a:pathLst>
              <a:path w="6890474" h="1877654">
                <a:moveTo>
                  <a:pt x="0" y="0"/>
                </a:moveTo>
                <a:lnTo>
                  <a:pt x="6890473" y="0"/>
                </a:lnTo>
                <a:lnTo>
                  <a:pt x="6890473" y="1877654"/>
                </a:lnTo>
                <a:lnTo>
                  <a:pt x="0" y="18776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816011" y="1454049"/>
            <a:ext cx="6262529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Materials and Methods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-3101308" y="4792662"/>
            <a:ext cx="950989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 Conference on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1FF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"Safe, Standard and Sustainable Processing for a Healthier Tomorrow"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-2798508" y="4994910"/>
            <a:ext cx="1013174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13A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January 29 &amp; 30, 2026 , TNAU , Coimbatore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2442" y="2904988"/>
            <a:ext cx="1571946" cy="5356241"/>
            <a:chOff x="0" y="0"/>
            <a:chExt cx="2095928" cy="7141654"/>
          </a:xfrm>
        </p:grpSpPr>
        <p:sp>
          <p:nvSpPr>
            <p:cNvPr id="8" name="Freeform 8"/>
            <p:cNvSpPr/>
            <p:nvPr/>
          </p:nvSpPr>
          <p:spPr>
            <a:xfrm>
              <a:off x="445142" y="0"/>
              <a:ext cx="1289334" cy="1117507"/>
            </a:xfrm>
            <a:custGeom>
              <a:avLst/>
              <a:gdLst/>
              <a:ahLst/>
              <a:cxnLst/>
              <a:rect l="l" t="t" r="r" b="b"/>
              <a:pathLst>
                <a:path w="1289334" h="1117507">
                  <a:moveTo>
                    <a:pt x="0" y="0"/>
                  </a:moveTo>
                  <a:lnTo>
                    <a:pt x="1289335" y="0"/>
                  </a:lnTo>
                  <a:lnTo>
                    <a:pt x="1289335" y="1117507"/>
                  </a:lnTo>
                  <a:lnTo>
                    <a:pt x="0" y="111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61452" y="1739807"/>
              <a:ext cx="1373025" cy="1244876"/>
            </a:xfrm>
            <a:custGeom>
              <a:avLst/>
              <a:gdLst/>
              <a:ahLst/>
              <a:cxnLst/>
              <a:rect l="l" t="t" r="r" b="b"/>
              <a:pathLst>
                <a:path w="1373025" h="1244876">
                  <a:moveTo>
                    <a:pt x="0" y="0"/>
                  </a:moveTo>
                  <a:lnTo>
                    <a:pt x="1373025" y="0"/>
                  </a:lnTo>
                  <a:lnTo>
                    <a:pt x="1373025" y="1244876"/>
                  </a:lnTo>
                  <a:lnTo>
                    <a:pt x="0" y="124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96086" y="3607335"/>
              <a:ext cx="1438391" cy="1438391"/>
            </a:xfrm>
            <a:custGeom>
              <a:avLst/>
              <a:gdLst/>
              <a:ahLst/>
              <a:cxnLst/>
              <a:rect l="l" t="t" r="r" b="b"/>
              <a:pathLst>
                <a:path w="1438391" h="1438391">
                  <a:moveTo>
                    <a:pt x="0" y="0"/>
                  </a:moveTo>
                  <a:lnTo>
                    <a:pt x="1438391" y="0"/>
                  </a:lnTo>
                  <a:lnTo>
                    <a:pt x="1438391" y="1438391"/>
                  </a:lnTo>
                  <a:lnTo>
                    <a:pt x="0" y="1438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0" y="5045726"/>
              <a:ext cx="2095928" cy="209592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74527" y="3206210"/>
            <a:ext cx="16230600" cy="4179379"/>
          </a:xfrm>
          <a:custGeom>
            <a:avLst/>
            <a:gdLst/>
            <a:ahLst/>
            <a:cxnLst/>
            <a:rect l="l" t="t" r="r" b="b"/>
            <a:pathLst>
              <a:path w="16230600" h="4179379">
                <a:moveTo>
                  <a:pt x="0" y="0"/>
                </a:moveTo>
                <a:lnTo>
                  <a:pt x="16230600" y="0"/>
                </a:lnTo>
                <a:lnTo>
                  <a:pt x="16230600" y="4179380"/>
                </a:lnTo>
                <a:lnTo>
                  <a:pt x="0" y="41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85725" cap="sq">
            <a:solidFill>
              <a:srgbClr val="30387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6154500" y="907079"/>
            <a:ext cx="7273027" cy="1981900"/>
          </a:xfrm>
          <a:custGeom>
            <a:avLst/>
            <a:gdLst/>
            <a:ahLst/>
            <a:cxnLst/>
            <a:rect l="l" t="t" r="r" b="b"/>
            <a:pathLst>
              <a:path w="7273027" h="1981900">
                <a:moveTo>
                  <a:pt x="0" y="0"/>
                </a:moveTo>
                <a:lnTo>
                  <a:pt x="7273027" y="0"/>
                </a:lnTo>
                <a:lnTo>
                  <a:pt x="7273027" y="1981899"/>
                </a:lnTo>
                <a:lnTo>
                  <a:pt x="0" y="1981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477397" y="1416381"/>
            <a:ext cx="6806407" cy="795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 and Discussion 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-3101308" y="4792662"/>
            <a:ext cx="950989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 Conference on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1FF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"Safe, Standard and Sustainable Processing for a Healthier Tomorrow"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-2798508" y="4994910"/>
            <a:ext cx="1013174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13A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January 29 &amp; 30, 2026 , TNAU , Coimbatore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2442" y="2904988"/>
            <a:ext cx="1571946" cy="5356241"/>
            <a:chOff x="0" y="0"/>
            <a:chExt cx="2095928" cy="7141654"/>
          </a:xfrm>
        </p:grpSpPr>
        <p:sp>
          <p:nvSpPr>
            <p:cNvPr id="8" name="Freeform 8"/>
            <p:cNvSpPr/>
            <p:nvPr/>
          </p:nvSpPr>
          <p:spPr>
            <a:xfrm>
              <a:off x="445142" y="0"/>
              <a:ext cx="1289334" cy="1117507"/>
            </a:xfrm>
            <a:custGeom>
              <a:avLst/>
              <a:gdLst/>
              <a:ahLst/>
              <a:cxnLst/>
              <a:rect l="l" t="t" r="r" b="b"/>
              <a:pathLst>
                <a:path w="1289334" h="1117507">
                  <a:moveTo>
                    <a:pt x="0" y="0"/>
                  </a:moveTo>
                  <a:lnTo>
                    <a:pt x="1289335" y="0"/>
                  </a:lnTo>
                  <a:lnTo>
                    <a:pt x="1289335" y="1117507"/>
                  </a:lnTo>
                  <a:lnTo>
                    <a:pt x="0" y="111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61452" y="1739807"/>
              <a:ext cx="1373025" cy="1244876"/>
            </a:xfrm>
            <a:custGeom>
              <a:avLst/>
              <a:gdLst/>
              <a:ahLst/>
              <a:cxnLst/>
              <a:rect l="l" t="t" r="r" b="b"/>
              <a:pathLst>
                <a:path w="1373025" h="1244876">
                  <a:moveTo>
                    <a:pt x="0" y="0"/>
                  </a:moveTo>
                  <a:lnTo>
                    <a:pt x="1373025" y="0"/>
                  </a:lnTo>
                  <a:lnTo>
                    <a:pt x="1373025" y="1244876"/>
                  </a:lnTo>
                  <a:lnTo>
                    <a:pt x="0" y="124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96086" y="3607335"/>
              <a:ext cx="1438391" cy="1438391"/>
            </a:xfrm>
            <a:custGeom>
              <a:avLst/>
              <a:gdLst/>
              <a:ahLst/>
              <a:cxnLst/>
              <a:rect l="l" t="t" r="r" b="b"/>
              <a:pathLst>
                <a:path w="1438391" h="1438391">
                  <a:moveTo>
                    <a:pt x="0" y="0"/>
                  </a:moveTo>
                  <a:lnTo>
                    <a:pt x="1438391" y="0"/>
                  </a:lnTo>
                  <a:lnTo>
                    <a:pt x="1438391" y="1438391"/>
                  </a:lnTo>
                  <a:lnTo>
                    <a:pt x="0" y="1438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0" y="5045726"/>
              <a:ext cx="2095928" cy="209592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74527" y="3206210"/>
            <a:ext cx="16230600" cy="4179380"/>
          </a:xfrm>
          <a:custGeom>
            <a:avLst/>
            <a:gdLst/>
            <a:ahLst/>
            <a:cxnLst/>
            <a:rect l="l" t="t" r="r" b="b"/>
            <a:pathLst>
              <a:path w="16230600" h="4179380">
                <a:moveTo>
                  <a:pt x="0" y="0"/>
                </a:moveTo>
                <a:lnTo>
                  <a:pt x="16230600" y="0"/>
                </a:lnTo>
                <a:lnTo>
                  <a:pt x="16230600" y="4179380"/>
                </a:lnTo>
                <a:lnTo>
                  <a:pt x="0" y="41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85725" cap="sq">
            <a:solidFill>
              <a:srgbClr val="30387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6766604" y="1028700"/>
            <a:ext cx="6380393" cy="1738657"/>
          </a:xfrm>
          <a:custGeom>
            <a:avLst/>
            <a:gdLst/>
            <a:ahLst/>
            <a:cxnLst/>
            <a:rect l="l" t="t" r="r" b="b"/>
            <a:pathLst>
              <a:path w="6380393" h="1738657">
                <a:moveTo>
                  <a:pt x="0" y="0"/>
                </a:moveTo>
                <a:lnTo>
                  <a:pt x="6380393" y="0"/>
                </a:lnTo>
                <a:lnTo>
                  <a:pt x="6380393" y="1738657"/>
                </a:lnTo>
                <a:lnTo>
                  <a:pt x="0" y="1738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382299" y="1406856"/>
            <a:ext cx="5129954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Salient Findings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-3101308" y="4792662"/>
            <a:ext cx="950989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 Conference on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1FF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"Safe, Standard and Sustainable Processing for a Healthier Tomorrow"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-2798508" y="4994910"/>
            <a:ext cx="1013174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13A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January 29 &amp; 30, 2026 , TNAU , Coimbatore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2442" y="2904988"/>
            <a:ext cx="1571946" cy="5356241"/>
            <a:chOff x="0" y="0"/>
            <a:chExt cx="2095928" cy="7141654"/>
          </a:xfrm>
        </p:grpSpPr>
        <p:sp>
          <p:nvSpPr>
            <p:cNvPr id="8" name="Freeform 8"/>
            <p:cNvSpPr/>
            <p:nvPr/>
          </p:nvSpPr>
          <p:spPr>
            <a:xfrm>
              <a:off x="445142" y="0"/>
              <a:ext cx="1289334" cy="1117507"/>
            </a:xfrm>
            <a:custGeom>
              <a:avLst/>
              <a:gdLst/>
              <a:ahLst/>
              <a:cxnLst/>
              <a:rect l="l" t="t" r="r" b="b"/>
              <a:pathLst>
                <a:path w="1289334" h="1117507">
                  <a:moveTo>
                    <a:pt x="0" y="0"/>
                  </a:moveTo>
                  <a:lnTo>
                    <a:pt x="1289335" y="0"/>
                  </a:lnTo>
                  <a:lnTo>
                    <a:pt x="1289335" y="1117507"/>
                  </a:lnTo>
                  <a:lnTo>
                    <a:pt x="0" y="111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61452" y="1739807"/>
              <a:ext cx="1373025" cy="1244876"/>
            </a:xfrm>
            <a:custGeom>
              <a:avLst/>
              <a:gdLst/>
              <a:ahLst/>
              <a:cxnLst/>
              <a:rect l="l" t="t" r="r" b="b"/>
              <a:pathLst>
                <a:path w="1373025" h="1244876">
                  <a:moveTo>
                    <a:pt x="0" y="0"/>
                  </a:moveTo>
                  <a:lnTo>
                    <a:pt x="1373025" y="0"/>
                  </a:lnTo>
                  <a:lnTo>
                    <a:pt x="1373025" y="1244876"/>
                  </a:lnTo>
                  <a:lnTo>
                    <a:pt x="0" y="124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96086" y="3607335"/>
              <a:ext cx="1438391" cy="1438391"/>
            </a:xfrm>
            <a:custGeom>
              <a:avLst/>
              <a:gdLst/>
              <a:ahLst/>
              <a:cxnLst/>
              <a:rect l="l" t="t" r="r" b="b"/>
              <a:pathLst>
                <a:path w="1438391" h="1438391">
                  <a:moveTo>
                    <a:pt x="0" y="0"/>
                  </a:moveTo>
                  <a:lnTo>
                    <a:pt x="1438391" y="0"/>
                  </a:lnTo>
                  <a:lnTo>
                    <a:pt x="1438391" y="1438391"/>
                  </a:lnTo>
                  <a:lnTo>
                    <a:pt x="0" y="1438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0" y="5045726"/>
              <a:ext cx="2095928" cy="209592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74527" y="3206210"/>
            <a:ext cx="16230600" cy="4179379"/>
          </a:xfrm>
          <a:custGeom>
            <a:avLst/>
            <a:gdLst/>
            <a:ahLst/>
            <a:cxnLst/>
            <a:rect l="l" t="t" r="r" b="b"/>
            <a:pathLst>
              <a:path w="16230600" h="4179379">
                <a:moveTo>
                  <a:pt x="0" y="0"/>
                </a:moveTo>
                <a:lnTo>
                  <a:pt x="16230600" y="0"/>
                </a:lnTo>
                <a:lnTo>
                  <a:pt x="16230600" y="4179380"/>
                </a:lnTo>
                <a:lnTo>
                  <a:pt x="0" y="41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85725" cap="sq">
            <a:solidFill>
              <a:srgbClr val="30387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6766604" y="1028700"/>
            <a:ext cx="6380393" cy="1738657"/>
          </a:xfrm>
          <a:custGeom>
            <a:avLst/>
            <a:gdLst/>
            <a:ahLst/>
            <a:cxnLst/>
            <a:rect l="l" t="t" r="r" b="b"/>
            <a:pathLst>
              <a:path w="6380393" h="1738657">
                <a:moveTo>
                  <a:pt x="0" y="0"/>
                </a:moveTo>
                <a:lnTo>
                  <a:pt x="6380393" y="0"/>
                </a:lnTo>
                <a:lnTo>
                  <a:pt x="6380393" y="1738657"/>
                </a:lnTo>
                <a:lnTo>
                  <a:pt x="0" y="17386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839208" y="1333513"/>
            <a:ext cx="4216135" cy="1005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-3101308" y="4792662"/>
            <a:ext cx="950989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 Conference on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1FF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"Safe, Standard and Sustainable Processing for a Healthier Tomorrow"</a:t>
            </a:r>
          </a:p>
        </p:txBody>
      </p:sp>
      <p:sp>
        <p:nvSpPr>
          <p:cNvPr id="6" name="TextBox 6"/>
          <p:cNvSpPr txBox="1"/>
          <p:nvPr/>
        </p:nvSpPr>
        <p:spPr>
          <a:xfrm rot="-5400000">
            <a:off x="-2798508" y="4994910"/>
            <a:ext cx="1013174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13A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January 29 &amp; 30, 2026 , TNAU , Coimbatore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22442" y="2904988"/>
            <a:ext cx="1571946" cy="5356241"/>
            <a:chOff x="0" y="0"/>
            <a:chExt cx="2095928" cy="7141654"/>
          </a:xfrm>
        </p:grpSpPr>
        <p:sp>
          <p:nvSpPr>
            <p:cNvPr id="8" name="Freeform 8"/>
            <p:cNvSpPr/>
            <p:nvPr/>
          </p:nvSpPr>
          <p:spPr>
            <a:xfrm>
              <a:off x="445142" y="0"/>
              <a:ext cx="1289334" cy="1117507"/>
            </a:xfrm>
            <a:custGeom>
              <a:avLst/>
              <a:gdLst/>
              <a:ahLst/>
              <a:cxnLst/>
              <a:rect l="l" t="t" r="r" b="b"/>
              <a:pathLst>
                <a:path w="1289334" h="1117507">
                  <a:moveTo>
                    <a:pt x="0" y="0"/>
                  </a:moveTo>
                  <a:lnTo>
                    <a:pt x="1289335" y="0"/>
                  </a:lnTo>
                  <a:lnTo>
                    <a:pt x="1289335" y="1117507"/>
                  </a:lnTo>
                  <a:lnTo>
                    <a:pt x="0" y="111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61452" y="1739807"/>
              <a:ext cx="1373025" cy="1244876"/>
            </a:xfrm>
            <a:custGeom>
              <a:avLst/>
              <a:gdLst/>
              <a:ahLst/>
              <a:cxnLst/>
              <a:rect l="l" t="t" r="r" b="b"/>
              <a:pathLst>
                <a:path w="1373025" h="1244876">
                  <a:moveTo>
                    <a:pt x="0" y="0"/>
                  </a:moveTo>
                  <a:lnTo>
                    <a:pt x="1373025" y="0"/>
                  </a:lnTo>
                  <a:lnTo>
                    <a:pt x="1373025" y="1244876"/>
                  </a:lnTo>
                  <a:lnTo>
                    <a:pt x="0" y="124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96086" y="3607335"/>
              <a:ext cx="1438391" cy="1438391"/>
            </a:xfrm>
            <a:custGeom>
              <a:avLst/>
              <a:gdLst/>
              <a:ahLst/>
              <a:cxnLst/>
              <a:rect l="l" t="t" r="r" b="b"/>
              <a:pathLst>
                <a:path w="1438391" h="1438391">
                  <a:moveTo>
                    <a:pt x="0" y="0"/>
                  </a:moveTo>
                  <a:lnTo>
                    <a:pt x="1438391" y="0"/>
                  </a:lnTo>
                  <a:lnTo>
                    <a:pt x="1438391" y="1438391"/>
                  </a:lnTo>
                  <a:lnTo>
                    <a:pt x="0" y="1438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grpSp>
          <p:nvGrpSpPr>
            <p:cNvPr id="11" name="Group 11"/>
            <p:cNvGrpSpPr/>
            <p:nvPr/>
          </p:nvGrpSpPr>
          <p:grpSpPr>
            <a:xfrm>
              <a:off x="0" y="5045726"/>
              <a:ext cx="2095928" cy="2095928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8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74527" y="3206210"/>
            <a:ext cx="16230600" cy="4179379"/>
          </a:xfrm>
          <a:custGeom>
            <a:avLst/>
            <a:gdLst/>
            <a:ahLst/>
            <a:cxnLst/>
            <a:rect l="l" t="t" r="r" b="b"/>
            <a:pathLst>
              <a:path w="16230600" h="4179379">
                <a:moveTo>
                  <a:pt x="0" y="0"/>
                </a:moveTo>
                <a:lnTo>
                  <a:pt x="16230600" y="0"/>
                </a:lnTo>
                <a:lnTo>
                  <a:pt x="16230600" y="4179380"/>
                </a:lnTo>
                <a:lnTo>
                  <a:pt x="0" y="4179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85725" cap="sq">
            <a:solidFill>
              <a:srgbClr val="303870"/>
            </a:solidFill>
            <a:prstDash val="solid"/>
            <a:miter/>
          </a:ln>
        </p:spPr>
      </p:sp>
      <p:sp>
        <p:nvSpPr>
          <p:cNvPr id="3" name="TextBox 3"/>
          <p:cNvSpPr txBox="1"/>
          <p:nvPr/>
        </p:nvSpPr>
        <p:spPr>
          <a:xfrm>
            <a:off x="6835532" y="4274503"/>
            <a:ext cx="661199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>
                <a:solidFill>
                  <a:srgbClr val="000000"/>
                </a:solidFill>
                <a:latin typeface="Wedges"/>
                <a:ea typeface="Wedges"/>
                <a:cs typeface="Wedges"/>
                <a:sym typeface="Wedges"/>
              </a:rPr>
              <a:t>Thank You</a:t>
            </a:r>
          </a:p>
        </p:txBody>
      </p:sp>
      <p:sp>
        <p:nvSpPr>
          <p:cNvPr id="4" name="TextBox 4"/>
          <p:cNvSpPr txBox="1"/>
          <p:nvPr/>
        </p:nvSpPr>
        <p:spPr>
          <a:xfrm rot="-5400000">
            <a:off x="-3101308" y="4792662"/>
            <a:ext cx="9509890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FEFEF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International Conference on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C1FF7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"Safe, Standard and Sustainable Processing for a Healthier Tomorrow"</a:t>
            </a:r>
          </a:p>
        </p:txBody>
      </p:sp>
      <p:sp>
        <p:nvSpPr>
          <p:cNvPr id="5" name="TextBox 5"/>
          <p:cNvSpPr txBox="1"/>
          <p:nvPr/>
        </p:nvSpPr>
        <p:spPr>
          <a:xfrm rot="-5400000">
            <a:off x="-2798508" y="4994910"/>
            <a:ext cx="10131743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13AD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January 29 &amp; 30, 2026 , TNAU , Coimbatore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-22442" y="2904988"/>
            <a:ext cx="1571946" cy="5356241"/>
            <a:chOff x="0" y="0"/>
            <a:chExt cx="2095928" cy="7141654"/>
          </a:xfrm>
        </p:grpSpPr>
        <p:sp>
          <p:nvSpPr>
            <p:cNvPr id="7" name="Freeform 7"/>
            <p:cNvSpPr/>
            <p:nvPr/>
          </p:nvSpPr>
          <p:spPr>
            <a:xfrm>
              <a:off x="445142" y="0"/>
              <a:ext cx="1289334" cy="1117507"/>
            </a:xfrm>
            <a:custGeom>
              <a:avLst/>
              <a:gdLst/>
              <a:ahLst/>
              <a:cxnLst/>
              <a:rect l="l" t="t" r="r" b="b"/>
              <a:pathLst>
                <a:path w="1289334" h="1117507">
                  <a:moveTo>
                    <a:pt x="0" y="0"/>
                  </a:moveTo>
                  <a:lnTo>
                    <a:pt x="1289335" y="0"/>
                  </a:lnTo>
                  <a:lnTo>
                    <a:pt x="1289335" y="1117507"/>
                  </a:lnTo>
                  <a:lnTo>
                    <a:pt x="0" y="1117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61452" y="1739807"/>
              <a:ext cx="1373025" cy="1244876"/>
            </a:xfrm>
            <a:custGeom>
              <a:avLst/>
              <a:gdLst/>
              <a:ahLst/>
              <a:cxnLst/>
              <a:rect l="l" t="t" r="r" b="b"/>
              <a:pathLst>
                <a:path w="1373025" h="1244876">
                  <a:moveTo>
                    <a:pt x="0" y="0"/>
                  </a:moveTo>
                  <a:lnTo>
                    <a:pt x="1373025" y="0"/>
                  </a:lnTo>
                  <a:lnTo>
                    <a:pt x="1373025" y="1244876"/>
                  </a:lnTo>
                  <a:lnTo>
                    <a:pt x="0" y="12448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96086" y="3607335"/>
              <a:ext cx="1438391" cy="1438391"/>
            </a:xfrm>
            <a:custGeom>
              <a:avLst/>
              <a:gdLst/>
              <a:ahLst/>
              <a:cxnLst/>
              <a:rect l="l" t="t" r="r" b="b"/>
              <a:pathLst>
                <a:path w="1438391" h="1438391">
                  <a:moveTo>
                    <a:pt x="0" y="0"/>
                  </a:moveTo>
                  <a:lnTo>
                    <a:pt x="1438391" y="0"/>
                  </a:lnTo>
                  <a:lnTo>
                    <a:pt x="1438391" y="1438391"/>
                  </a:lnTo>
                  <a:lnTo>
                    <a:pt x="0" y="14383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>
              <a:off x="0" y="5045726"/>
              <a:ext cx="2095928" cy="2095928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 presentation</dc:title>
  <cp:lastModifiedBy>Bhavani R</cp:lastModifiedBy>
  <cp:revision>2</cp:revision>
  <dcterms:created xsi:type="dcterms:W3CDTF">2006-08-16T00:00:00Z</dcterms:created>
  <dcterms:modified xsi:type="dcterms:W3CDTF">2026-01-22T12:07:21Z</dcterms:modified>
  <dc:identifier>DAG-N4W3ciI</dc:identifier>
</cp:coreProperties>
</file>