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Poppins Bold" charset="1" panose="000008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0880" y="-86944"/>
            <a:ext cx="11896127" cy="1588847"/>
          </a:xfrm>
          <a:custGeom>
            <a:avLst/>
            <a:gdLst/>
            <a:ahLst/>
            <a:cxnLst/>
            <a:rect r="r" b="b" t="t" l="l"/>
            <a:pathLst>
              <a:path h="1588847" w="11896127">
                <a:moveTo>
                  <a:pt x="0" y="0"/>
                </a:moveTo>
                <a:lnTo>
                  <a:pt x="11896126" y="0"/>
                </a:lnTo>
                <a:lnTo>
                  <a:pt x="11896126" y="1588847"/>
                </a:lnTo>
                <a:lnTo>
                  <a:pt x="0" y="1588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745" r="0" b="-31051"/>
            </a:stretch>
          </a:blipFill>
          <a:ln w="76200" cap="sq">
            <a:solidFill>
              <a:srgbClr val="004AAD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2923501" y="-245424"/>
            <a:ext cx="4844997" cy="1268172"/>
            <a:chOff x="0" y="0"/>
            <a:chExt cx="6459997" cy="1690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66990" y="454708"/>
              <a:ext cx="900401" cy="781480"/>
            </a:xfrm>
            <a:custGeom>
              <a:avLst/>
              <a:gdLst/>
              <a:ahLst/>
              <a:cxnLst/>
              <a:rect r="r" b="b" t="t" l="l"/>
              <a:pathLst>
                <a:path h="781480" w="900401">
                  <a:moveTo>
                    <a:pt x="0" y="0"/>
                  </a:moveTo>
                  <a:lnTo>
                    <a:pt x="900401" y="0"/>
                  </a:lnTo>
                  <a:lnTo>
                    <a:pt x="900401" y="781480"/>
                  </a:lnTo>
                  <a:lnTo>
                    <a:pt x="0" y="781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5217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37941" y="454708"/>
              <a:ext cx="909160" cy="788900"/>
            </a:xfrm>
            <a:custGeom>
              <a:avLst/>
              <a:gdLst/>
              <a:ahLst/>
              <a:cxnLst/>
              <a:rect r="r" b="b" t="t" l="l"/>
              <a:pathLst>
                <a:path h="788900" w="909160">
                  <a:moveTo>
                    <a:pt x="0" y="0"/>
                  </a:moveTo>
                  <a:lnTo>
                    <a:pt x="909159" y="0"/>
                  </a:lnTo>
                  <a:lnTo>
                    <a:pt x="909159" y="788901"/>
                  </a:lnTo>
                  <a:lnTo>
                    <a:pt x="0" y="788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48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54708"/>
              <a:ext cx="907200" cy="787200"/>
            </a:xfrm>
            <a:custGeom>
              <a:avLst/>
              <a:gdLst/>
              <a:ahLst/>
              <a:cxnLst/>
              <a:rect r="r" b="b" t="t" l="l"/>
              <a:pathLst>
                <a:path h="787200" w="907200">
                  <a:moveTo>
                    <a:pt x="0" y="0"/>
                  </a:moveTo>
                  <a:lnTo>
                    <a:pt x="907200" y="0"/>
                  </a:lnTo>
                  <a:lnTo>
                    <a:pt x="907200" y="787200"/>
                  </a:lnTo>
                  <a:lnTo>
                    <a:pt x="0" y="78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14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4769100" y="0"/>
              <a:ext cx="1690896" cy="169089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1891258" y="672191"/>
            <a:ext cx="6909484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4E7A"/>
                </a:solidFill>
                <a:latin typeface="Poppins Bold"/>
                <a:ea typeface="Poppins Bold"/>
                <a:cs typeface="Poppins Bold"/>
                <a:sym typeface="Poppins Bold"/>
              </a:rPr>
              <a:t>International Conference on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"Safe, Standard and Sustainable</a:t>
            </a:r>
            <a:r>
              <a:rPr lang="en-US" sz="14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00" b="true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Food</a:t>
            </a:r>
            <a:r>
              <a:rPr lang="en-US" sz="14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00" b="true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Processing</a:t>
            </a:r>
            <a:r>
              <a:rPr lang="en-US" sz="14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00" b="true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for</a:t>
            </a:r>
            <a:r>
              <a:rPr lang="en-US" sz="14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00" b="true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sz="14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00" b="true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Healthier</a:t>
            </a:r>
            <a:r>
              <a:rPr lang="en-US" sz="14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00" b="true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Tomorrow"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85835" y="1184791"/>
            <a:ext cx="472033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322EFF"/>
                </a:solidFill>
                <a:latin typeface="Poppins Bold"/>
                <a:ea typeface="Poppins Bold"/>
                <a:cs typeface="Poppins Bold"/>
                <a:sym typeface="Poppins Bold"/>
              </a:rPr>
              <a:t>January 29 &amp; 30, 2026, TNAU, Coimbatore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DAG-91Afx3w</dc:identifier>
  <dcterms:modified xsi:type="dcterms:W3CDTF">2011-08-01T06:04:30Z</dcterms:modified>
  <cp:revision>1</cp:revision>
  <dc:title>Fx'25 Poster template</dc:title>
</cp:coreProperties>
</file>